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 Bold" panose="00000800000000000000" pitchFamily="2" charset="-120"/>
      <p:bold r:id="rId14"/>
    </p:embeddedFont>
    <p:embeddedFont>
      <p:font typeface="Barlow Light" panose="00000400000000000000" pitchFamily="2" charset="0"/>
      <p:regular r:id="rId15"/>
    </p:embeddedFont>
    <p:embeddedFont>
      <p:font typeface="Montserrat" panose="000005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9" d="100"/>
          <a:sy n="39" d="100"/>
        </p:scale>
        <p:origin x="3566" y="8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ED21AA-0AD6-1FA5-FB97-D79EC1ECA7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7F786-D39E-E247-0FE1-3262BC42CB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BE4ED-291A-475E-BB81-D601D83769B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3A972C-163D-7391-97C1-C5D9D36E5B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FA39B-5382-44E7-A04A-42ED1C1A4C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8B566-3284-4B14-986F-17BC9E9F7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3382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221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47" y="952857"/>
            <a:ext cx="4215765" cy="6323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709" y="2180630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Flight Delay Prediction System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44709" y="393096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Submitted By: Sparsh Anand | 23FE10CSE00157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4709" y="452139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B.Tech Computer Science &amp; Engineering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44709" y="5111829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Manipal University Jaipur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44709" y="570226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Submitted To: Dr Mohit Khushwaha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01153"/>
            <a:ext cx="894564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Flight Delay Prediction Matters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747129"/>
            <a:ext cx="4226838" cy="3881318"/>
          </a:xfrm>
          <a:prstGeom prst="roundRect">
            <a:avLst>
              <a:gd name="adj" fmla="val 83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04" y="2971324"/>
            <a:ext cx="649962" cy="64996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217" y="3150037"/>
            <a:ext cx="292418" cy="2924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2504" y="3837861"/>
            <a:ext cx="29067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Operational Challenges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982504" y="4323993"/>
            <a:ext cx="3778448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Flight delays cascade through airline networks, impacting scheduling, crew assignments, and passenger connections. Airlines lose millions annually to delays.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201722" y="2747129"/>
            <a:ext cx="4226838" cy="3881318"/>
          </a:xfrm>
          <a:prstGeom prst="roundRect">
            <a:avLst>
              <a:gd name="adj" fmla="val 83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5916" y="2971324"/>
            <a:ext cx="649962" cy="64996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4629" y="3150037"/>
            <a:ext cx="292418" cy="2924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25916" y="3837861"/>
            <a:ext cx="285607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Traditional Limitations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25916" y="4323993"/>
            <a:ext cx="3778448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analysis cannot process vast amounts of historical flight data quickly enough to provide real-time predictions for operational decision-making.</a:t>
            </a:r>
            <a:endParaRPr lang="en-US" sz="1700" dirty="0"/>
          </a:p>
        </p:txBody>
      </p:sp>
      <p:sp>
        <p:nvSpPr>
          <p:cNvPr id="13" name="Shape 7"/>
          <p:cNvSpPr/>
          <p:nvPr/>
        </p:nvSpPr>
        <p:spPr>
          <a:xfrm>
            <a:off x="9645134" y="2747129"/>
            <a:ext cx="4226957" cy="3881318"/>
          </a:xfrm>
          <a:prstGeom prst="roundRect">
            <a:avLst>
              <a:gd name="adj" fmla="val 83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9329" y="2971324"/>
            <a:ext cx="649962" cy="64996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48042" y="3150037"/>
            <a:ext cx="292418" cy="29241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69329" y="383786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Intelligent Solution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69329" y="4323993"/>
            <a:ext cx="3778568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 algorithms analyze historical patterns to predict delays before flights depart, enabling proactive management and passenger notifications.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5271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Overview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510433"/>
            <a:ext cx="4246126" cy="4246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40693" y="2034064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693" y="2371606"/>
            <a:ext cx="4061103" cy="3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0693" y="2540794"/>
            <a:ext cx="288833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Introduction &amp; Context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540693" y="3113603"/>
            <a:ext cx="406110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 delay challenges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818370" y="2034064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370" y="2371606"/>
            <a:ext cx="4061222" cy="30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18370" y="25407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&amp; Features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818370" y="3113603"/>
            <a:ext cx="406122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Airline, route, time, distance analysis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5540693" y="3839289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693" y="4155162"/>
            <a:ext cx="4061103" cy="30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40693" y="434601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5540693" y="4918829"/>
            <a:ext cx="406110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 for prediction system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9818370" y="3839289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7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370" y="4155162"/>
            <a:ext cx="4061222" cy="30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818370" y="434601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9818370" y="4918829"/>
            <a:ext cx="406122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 model + API + UI implementation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5540693" y="5644515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17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0693" y="5938838"/>
            <a:ext cx="8338899" cy="30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540693" y="6151245"/>
            <a:ext cx="290941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Results &amp; Performance</a:t>
            </a:r>
            <a:endParaRPr lang="en-US" sz="2200" dirty="0"/>
          </a:p>
        </p:txBody>
      </p:sp>
      <p:sp>
        <p:nvSpPr>
          <p:cNvPr id="23" name="Text 15"/>
          <p:cNvSpPr/>
          <p:nvPr/>
        </p:nvSpPr>
        <p:spPr>
          <a:xfrm>
            <a:off x="5540693" y="6724055"/>
            <a:ext cx="833889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 and speed metrics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38206"/>
            <a:ext cx="815601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Literature Review &amp; Background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984183"/>
            <a:ext cx="4226838" cy="3407212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29" y="2984183"/>
            <a:ext cx="121920" cy="34072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6804" y="32312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Data-Driven Aviation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96804" y="3717369"/>
            <a:ext cx="3641288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 aviation leverages historical flight data spanning years to identify patterns and correlations that influence departure and arrival times. Large datasets enable statistical analysis.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01722" y="2984183"/>
            <a:ext cx="4226838" cy="3407212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242" y="2984183"/>
            <a:ext cx="121920" cy="34072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40216" y="3231237"/>
            <a:ext cx="317277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Machine Learning Models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40216" y="3717369"/>
            <a:ext cx="3641288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algorithms excel at handling structured data with multiple features. Ensemble methods combine decision trees to improve prediction accuracy while reducing overfitting.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9645134" y="2984183"/>
            <a:ext cx="4226957" cy="3407212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654" y="2984183"/>
            <a:ext cx="121920" cy="34072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3629" y="32312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Important Features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83629" y="3717369"/>
            <a:ext cx="3641408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Departure time, route distance, airline carrier, and historical performance metrics significantly influence delay probabilities. Feature engineering extracts meaningful patterns from raw data.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240" y="944880"/>
            <a:ext cx="4226481" cy="6339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0922" y="646628"/>
            <a:ext cx="5345192" cy="668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Statement</a:t>
            </a:r>
            <a:endParaRPr lang="en-US" sz="4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003" y="1606510"/>
            <a:ext cx="304681" cy="3046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005" y="1600319"/>
            <a:ext cx="3891439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Absence of Real-Time Prediction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371005" y="2048589"/>
            <a:ext cx="7062073" cy="944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systems lack reliable delay prediction capabilities, leaving passengers and airlines without actionable information before departure.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003" y="3379946"/>
            <a:ext cx="304681" cy="30468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005" y="3373755"/>
            <a:ext cx="267259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Inefficient Planning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1371005" y="3822025"/>
            <a:ext cx="7062073" cy="944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accurate predictions, passengers cannot optimize connections and airlines cannot efficiently allocate resources or manage schedules.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003" y="5153382"/>
            <a:ext cx="304681" cy="30468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71005" y="5147191"/>
            <a:ext cx="3103364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Financial and Time Losses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1371005" y="5595461"/>
            <a:ext cx="7062073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Flight delays cause cascading effects including missed connections, hotel costs, crew overtime, and lost productivity for business travelers.</a:t>
            </a:r>
            <a:endParaRPr lang="en-US" sz="1550" dirty="0"/>
          </a:p>
        </p:txBody>
      </p:sp>
      <p:sp>
        <p:nvSpPr>
          <p:cNvPr id="14" name="Shape 8"/>
          <p:cNvSpPr/>
          <p:nvPr/>
        </p:nvSpPr>
        <p:spPr>
          <a:xfrm>
            <a:off x="710922" y="6439257"/>
            <a:ext cx="7722156" cy="1143595"/>
          </a:xfrm>
          <a:prstGeom prst="roundRect">
            <a:avLst>
              <a:gd name="adj" fmla="val 26642"/>
            </a:avLst>
          </a:prstGeom>
          <a:solidFill>
            <a:srgbClr val="BEDFF3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043" y="6743938"/>
            <a:ext cx="253841" cy="20312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1005" y="6680359"/>
            <a:ext cx="6858953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Goal:</a:t>
            </a:r>
            <a:r>
              <a:rPr lang="en-US" sz="1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Develop an accurate machine learning system that predicts flight delays using historical data and real-time inputs.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0714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Objectives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309" y="3053120"/>
            <a:ext cx="649962" cy="6499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79019" y="3053120"/>
            <a:ext cx="3270052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Develop Intuitive User Interface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79019" y="3895487"/>
            <a:ext cx="3270052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 simple, user-friendly web interface that allows passengers and airline staff to input flight details and receive delay predictions with minimal training required.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819" y="3053120"/>
            <a:ext cx="649962" cy="6499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40529" y="3053120"/>
            <a:ext cx="3270052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Train Machine Learning Model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140529" y="3895487"/>
            <a:ext cx="3270052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Random Forest algorithm using historical flight data to learn patterns and correlations that predict delays with high accuracy and reliability.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1329" y="3053120"/>
            <a:ext cx="649962" cy="6499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02039" y="3053120"/>
            <a:ext cx="3270052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Achieve High Performance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602039" y="3895487"/>
            <a:ext cx="3270052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 predictions generate within 1-2 seconds while maintaining accuracy, enabling real-time decision-making for operational planning and passenger notifications.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7110" y="607338"/>
            <a:ext cx="5256133" cy="645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Proposed Methodology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10" y="1609130"/>
            <a:ext cx="6628090" cy="785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3444" y="2572345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Flight Input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83444" y="3001923"/>
            <a:ext cx="6235422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provides flight details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09130"/>
            <a:ext cx="6628090" cy="7853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1534" y="2572345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511534" y="3001923"/>
            <a:ext cx="6235422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 relevant features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10" y="3497580"/>
            <a:ext cx="6628090" cy="7853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3444" y="4460796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ML Model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883444" y="4890373"/>
            <a:ext cx="6235422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prediction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497580"/>
            <a:ext cx="6628090" cy="7853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11534" y="4460796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Output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7511534" y="4890373"/>
            <a:ext cx="6235422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 probability displayed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87110" y="5764054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 Layer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687110" y="6264831"/>
            <a:ext cx="4053602" cy="1197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interface built with modern frameworks captures user inputs including airline, route, departure time, and distance.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5227201" y="5764054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 API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5227201" y="6264831"/>
            <a:ext cx="4053602" cy="1197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processes requests, validates data, and orchestrates prediction workflow with response times under 2 seconds.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767292" y="5764054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ML Engine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9767292" y="6264831"/>
            <a:ext cx="4191000" cy="1197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Trained model analyzes features and outputs probability of delay with confidence intervals for informed decisions.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39892"/>
            <a:ext cx="847986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 Architecture &amp; Explanation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510433"/>
            <a:ext cx="4246126" cy="4246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40693" y="2294096"/>
            <a:ext cx="4346496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Engineering Process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540693" y="2938224"/>
            <a:ext cx="833889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flight data transformed into predictive features: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540693" y="3479840"/>
            <a:ext cx="8338899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of day and day of week encoding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 distance and historical delay rates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Airline performance metrics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 patterns and trends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540693" y="5310426"/>
            <a:ext cx="3871198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Random Forest Algorithm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5540693" y="5954554"/>
            <a:ext cx="833889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Ensemble of decision trees handles structured data efficiently, reduces overfitting, and provides feature importance analysis for model interpretability.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193" y="946904"/>
            <a:ext cx="4223861" cy="6335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2709" y="698302"/>
            <a:ext cx="7673340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Results &amp; Performance Analysis</a:t>
            </a:r>
            <a:endParaRPr lang="en-US" sz="4250" dirty="0"/>
          </a:p>
        </p:txBody>
      </p:sp>
      <p:sp>
        <p:nvSpPr>
          <p:cNvPr id="5" name="Text 2"/>
          <p:cNvSpPr/>
          <p:nvPr/>
        </p:nvSpPr>
        <p:spPr>
          <a:xfrm>
            <a:off x="722709" y="1775936"/>
            <a:ext cx="3726299" cy="681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85%</a:t>
            </a:r>
            <a:endParaRPr lang="en-US" sz="5350" dirty="0"/>
          </a:p>
        </p:txBody>
      </p:sp>
      <p:sp>
        <p:nvSpPr>
          <p:cNvPr id="6" name="Text 3"/>
          <p:cNvSpPr/>
          <p:nvPr/>
        </p:nvSpPr>
        <p:spPr>
          <a:xfrm>
            <a:off x="1227296" y="2708077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Accuracy Rate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22709" y="3165634"/>
            <a:ext cx="3726299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prediction accuracy achieved on test dataset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94992" y="1775936"/>
            <a:ext cx="3726299" cy="681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0.83</a:t>
            </a:r>
            <a:endParaRPr lang="en-US" sz="5350" dirty="0"/>
          </a:p>
        </p:txBody>
      </p:sp>
      <p:sp>
        <p:nvSpPr>
          <p:cNvPr id="9" name="Text 6"/>
          <p:cNvSpPr/>
          <p:nvPr/>
        </p:nvSpPr>
        <p:spPr>
          <a:xfrm>
            <a:off x="5199578" y="2708077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F1 Score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694992" y="3165634"/>
            <a:ext cx="3726299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Balanced precision and recall performance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08791" y="4307562"/>
            <a:ext cx="3726299" cy="681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1.5s</a:t>
            </a:r>
            <a:endParaRPr lang="en-US" sz="5350" dirty="0"/>
          </a:p>
        </p:txBody>
      </p:sp>
      <p:sp>
        <p:nvSpPr>
          <p:cNvPr id="12" name="Text 9"/>
          <p:cNvSpPr/>
          <p:nvPr/>
        </p:nvSpPr>
        <p:spPr>
          <a:xfrm>
            <a:off x="3213378" y="5239703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Response Time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2708791" y="5697260"/>
            <a:ext cx="3726299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prediction generation time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2709" y="6241137"/>
            <a:ext cx="7698581" cy="12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ML-based system successfully developed real-time predictions that balance accuracy with speed, providing actionable insights for airlines and passengers. Model achieves high F1 score, indicating balanced performance across delay and on-time predictions.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45632"/>
            <a:ext cx="649771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044898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Achievements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58309" y="279737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2326" y="2867739"/>
            <a:ext cx="348674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ML-based prediction system successfully developed and validated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219819" y="279737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23836" y="2867739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predictions achieved with 1-2 second response time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81329" y="279737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85346" y="2867739"/>
            <a:ext cx="348674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provides value for airlines, passengers, and operational planning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309" y="4232791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Enhancements</a:t>
            </a:r>
            <a:endParaRPr lang="en-US" sz="26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5104388"/>
            <a:ext cx="108228" cy="1082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83112" y="4985266"/>
            <a:ext cx="38659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real-time weather data including storms, fog, and wind patterns</a:t>
            </a:r>
            <a:endParaRPr lang="en-US" sz="17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819" y="5104388"/>
            <a:ext cx="108228" cy="1082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44622" y="4985266"/>
            <a:ext cx="38659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Incorporate air traffic congestion and airport capacity metrics</a:t>
            </a:r>
            <a:endParaRPr lang="en-US" sz="17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329" y="5104388"/>
            <a:ext cx="108228" cy="1082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06132" y="4985266"/>
            <a:ext cx="38659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mobile application for on-the-go delay predictions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758309" y="6323171"/>
            <a:ext cx="13113782" cy="16193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758309" y="663713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Kaggle Flight Delay Dataset | Scikit-learn Documentation | FastAPI Documentation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698</Words>
  <Application>Microsoft Office PowerPoint</Application>
  <PresentationFormat>Custom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Arial</vt:lpstr>
      <vt:lpstr>Barlow Light</vt:lpstr>
      <vt:lpstr>Barlow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Sparsh Anand</cp:lastModifiedBy>
  <cp:revision>3</cp:revision>
  <dcterms:created xsi:type="dcterms:W3CDTF">2026-04-13T14:53:51Z</dcterms:created>
  <dcterms:modified xsi:type="dcterms:W3CDTF">2026-04-13T17:37:26Z</dcterms:modified>
</cp:coreProperties>
</file>